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32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5169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JARVIS — System Block Diagram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Voice-controlled embedded assistant — component and data-flow overview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892040" y="278892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937760" y="27889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5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Wake-word engine + command logic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</a:t>
            </a:r>
            <a:r>
              <a:rPr lang="en-US" sz="95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 (MAX4466)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41605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/ dismiss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EDEBFB"/>
          </a:solidFill>
          <a:ln w="19050">
            <a:solidFill>
              <a:srgbClr val="6C63B5"/>
            </a:solidFill>
            <a:prstDash val="dash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892040" y="10515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Wit.ai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C6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speech intent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464040" y="105156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9509760" y="10515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MAX7219 Matrix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8x8 LED — heart display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464040" y="214884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9509760" y="21488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SSD1306 OLED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text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64040" y="32461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9509760" y="324612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Playback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DFPlayer Mini → TPA3116D2 → Speaker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489204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4892040" y="48920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LEDs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(light) / Red (mood)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V="1">
            <a:off x="2331720" y="3063240"/>
            <a:ext cx="2560320" cy="27432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2468880" y="2971800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2468880" y="29718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PCM audio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 flipV="1">
            <a:off x="2331720" y="3657600"/>
            <a:ext cx="2560320" cy="91440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2468880" y="4617720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2468880" y="46177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input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 flipV="1">
            <a:off x="6103620" y="1920240"/>
            <a:ext cx="0" cy="868680"/>
          </a:xfrm>
          <a:prstGeom prst="line">
            <a:avLst/>
          </a:prstGeom>
          <a:noFill/>
          <a:ln w="19050">
            <a:solidFill>
              <a:srgbClr val="6C63B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4732020" y="2244852"/>
            <a:ext cx="27432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4732020" y="22448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POST audio / JSON intent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 flipV="1">
            <a:off x="7315200" y="1828800"/>
            <a:ext cx="2148840" cy="109728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7498080" y="2468880"/>
            <a:ext cx="18288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7498080" y="24688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bit-banged SPI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 flipV="1">
            <a:off x="7315200" y="2583180"/>
            <a:ext cx="2148840" cy="75438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3" name="Shape 31"/>
          <p:cNvSpPr/>
          <p:nvPr/>
        </p:nvSpPr>
        <p:spPr>
          <a:xfrm>
            <a:off x="7498080" y="3017520"/>
            <a:ext cx="18288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7498080" y="3017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 flipV="1">
            <a:off x="7315200" y="3429000"/>
            <a:ext cx="2148840" cy="32004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6" name="Shape 34"/>
          <p:cNvSpPr/>
          <p:nvPr/>
        </p:nvSpPr>
        <p:spPr>
          <a:xfrm>
            <a:off x="7498080" y="3931920"/>
            <a:ext cx="18288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7498080" y="39319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command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03620" y="3886200"/>
            <a:ext cx="0" cy="100584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9" name="Shape 37"/>
          <p:cNvSpPr/>
          <p:nvPr/>
        </p:nvSpPr>
        <p:spPr>
          <a:xfrm>
            <a:off x="6195060" y="4023360"/>
            <a:ext cx="146304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6195060" y="4023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256032"/>
            <a:ext cx="9144" cy="914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2" name="Shape 40"/>
          <p:cNvSpPr/>
          <p:nvPr/>
        </p:nvSpPr>
        <p:spPr>
          <a:xfrm>
            <a:off x="502920" y="5989320"/>
            <a:ext cx="274320" cy="2286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868680" y="5961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(hub)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108960" y="5989320"/>
            <a:ext cx="274320" cy="2286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 43"/>
          <p:cNvSpPr/>
          <p:nvPr/>
        </p:nvSpPr>
        <p:spPr>
          <a:xfrm>
            <a:off x="3474720" y="5961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peripheral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23560" y="5989320"/>
            <a:ext cx="274320" cy="228600"/>
          </a:xfrm>
          <a:prstGeom prst="roundRect">
            <a:avLst>
              <a:gd name="adj" fmla="val 16000"/>
            </a:avLst>
          </a:prstGeom>
          <a:solidFill>
            <a:srgbClr val="EDEBFB"/>
          </a:solidFill>
          <a:ln w="15240">
            <a:solidFill>
              <a:srgbClr val="6C63B5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47" name="Text 45"/>
          <p:cNvSpPr/>
          <p:nvPr/>
        </p:nvSpPr>
        <p:spPr>
          <a:xfrm>
            <a:off x="5989320" y="5961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092440" y="6099048"/>
            <a:ext cx="457200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49" name="Text 47"/>
          <p:cNvSpPr/>
          <p:nvPr/>
        </p:nvSpPr>
        <p:spPr>
          <a:xfrm>
            <a:off x="8641080" y="5961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control flow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Microsoft Office PowerPoint</Application>
  <PresentationFormat>Widescreen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JARVIS System Block Diagram</dc:title>
  <dc:subject>PptxGenJS Presentation</dc:subject>
  <dc:creator>JARVIS Project</dc:creator>
  <cp:lastModifiedBy>Krystian Rozanski</cp:lastModifiedBy>
  <cp:revision>2</cp:revision>
  <dcterms:created xsi:type="dcterms:W3CDTF">2026-07-08T00:32:33Z</dcterms:created>
  <dcterms:modified xsi:type="dcterms:W3CDTF">2026-07-08T02:57:22Z</dcterms:modified>
</cp:coreProperties>
</file>